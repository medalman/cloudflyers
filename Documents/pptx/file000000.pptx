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053F9-E051-463F-ADA4-142AE25D3A70}" v="12" dt="2021-01-03T14:01:26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Offiong" userId="d9bdff398acb0adc" providerId="LiveId" clId="{39A053F9-E051-463F-ADA4-142AE25D3A70}"/>
    <pc:docChg chg="modSld">
      <pc:chgData name="John Offiong" userId="d9bdff398acb0adc" providerId="LiveId" clId="{39A053F9-E051-463F-ADA4-142AE25D3A70}" dt="2021-01-03T14:01:26.532" v="11"/>
      <pc:docMkLst>
        <pc:docMk/>
      </pc:docMkLst>
      <pc:sldChg chg="addSp delSp modSp mod">
        <pc:chgData name="John Offiong" userId="d9bdff398acb0adc" providerId="LiveId" clId="{39A053F9-E051-463F-ADA4-142AE25D3A70}" dt="2021-01-03T14:01:26.532" v="11"/>
        <pc:sldMkLst>
          <pc:docMk/>
          <pc:sldMk cId="1904781356" sldId="257"/>
        </pc:sldMkLst>
        <pc:grpChg chg="del mod">
          <ac:chgData name="John Offiong" userId="d9bdff398acb0adc" providerId="LiveId" clId="{39A053F9-E051-463F-ADA4-142AE25D3A70}" dt="2021-01-03T14:01:23.143" v="6"/>
          <ac:grpSpMkLst>
            <pc:docMk/>
            <pc:sldMk cId="1904781356" sldId="257"/>
            <ac:grpSpMk id="5" creationId="{2346414D-0149-4FD7-A65D-FD92431BA7AD}"/>
          </ac:grpSpMkLst>
        </pc:grpChg>
        <pc:grpChg chg="del mod">
          <ac:chgData name="John Offiong" userId="d9bdff398acb0adc" providerId="LiveId" clId="{39A053F9-E051-463F-ADA4-142AE25D3A70}" dt="2021-01-03T14:01:26.532" v="10"/>
          <ac:grpSpMkLst>
            <pc:docMk/>
            <pc:sldMk cId="1904781356" sldId="257"/>
            <ac:grpSpMk id="8" creationId="{D076D2A9-F186-4626-B26A-7293C84FFE42}"/>
          </ac:grpSpMkLst>
        </pc:grpChg>
        <pc:inkChg chg="add del mod">
          <ac:chgData name="John Offiong" userId="d9bdff398acb0adc" providerId="LiveId" clId="{39A053F9-E051-463F-ADA4-142AE25D3A70}" dt="2021-01-03T14:01:26.532" v="10"/>
          <ac:inkMkLst>
            <pc:docMk/>
            <pc:sldMk cId="1904781356" sldId="257"/>
            <ac:inkMk id="2" creationId="{00BA4168-FDA6-49DF-BB14-5E8D9EFAB51A}"/>
          </ac:inkMkLst>
        </pc:inkChg>
        <pc:inkChg chg="add del mod">
          <ac:chgData name="John Offiong" userId="d9bdff398acb0adc" providerId="LiveId" clId="{39A053F9-E051-463F-ADA4-142AE25D3A70}" dt="2021-01-03T14:01:26.532" v="9"/>
          <ac:inkMkLst>
            <pc:docMk/>
            <pc:sldMk cId="1904781356" sldId="257"/>
            <ac:inkMk id="3" creationId="{BFA657E3-8729-4FC0-B3DF-D9786F03ACCD}"/>
          </ac:inkMkLst>
        </pc:inkChg>
        <pc:inkChg chg="add del mod">
          <ac:chgData name="John Offiong" userId="d9bdff398acb0adc" providerId="LiveId" clId="{39A053F9-E051-463F-ADA4-142AE25D3A70}" dt="2021-01-03T14:01:26.517" v="8"/>
          <ac:inkMkLst>
            <pc:docMk/>
            <pc:sldMk cId="1904781356" sldId="257"/>
            <ac:inkMk id="4" creationId="{6977C180-88E9-48C3-AB7B-07BA299EE3CB}"/>
          </ac:inkMkLst>
        </pc:inkChg>
        <pc:inkChg chg="add del mod">
          <ac:chgData name="John Offiong" userId="d9bdff398acb0adc" providerId="LiveId" clId="{39A053F9-E051-463F-ADA4-142AE25D3A70}" dt="2021-01-03T14:01:26.532" v="11"/>
          <ac:inkMkLst>
            <pc:docMk/>
            <pc:sldMk cId="1904781356" sldId="257"/>
            <ac:inkMk id="6" creationId="{680A4C65-14A7-4D67-8BC0-FB45BC6E765F}"/>
          </ac:inkMkLst>
        </pc:inkChg>
        <pc:inkChg chg="add del mod">
          <ac:chgData name="John Offiong" userId="d9bdff398acb0adc" providerId="LiveId" clId="{39A053F9-E051-463F-ADA4-142AE25D3A70}" dt="2021-01-03T14:01:26.517" v="7"/>
          <ac:inkMkLst>
            <pc:docMk/>
            <pc:sldMk cId="1904781356" sldId="257"/>
            <ac:inkMk id="7" creationId="{6AE762A4-38C5-404C-A0EE-1AFF99EEE5B7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4629-FF99-48D9-BBB0-D3FCA79DC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971B9-5210-479C-9D28-8312FCD8D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77DD0-5B6F-490B-B095-432E92D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BD5FB-FE12-4FB6-BA58-C1C694EE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632CF-FB4D-4AA5-97E2-58587B69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3C1F-F0CC-4CE7-8337-666F75E5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2482B-BAB1-4B3B-9C53-C14A9FF0D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0A867-48C6-420A-BD41-A6C66DF9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02030-034D-4A47-B8AE-F8DBE157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8C453-8D60-49F4-83E6-EA6066758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63B0-DA60-4601-B2B3-B3F5C99D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F0443-9FF6-4CC3-B5EE-2258CCBCE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82606-5DC3-43AA-931D-BD631ADF4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FF22D-D15A-473C-9281-6206285A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FAD12-2F0A-4A8D-AE31-1833858F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0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1DD2-EB93-4D26-B0A5-31AE4A47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38194-2CDF-4356-8962-B7ED24C58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533A8-29BD-4771-96A4-81B1742A1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E323-70BB-4D81-9419-2BE594A1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B3448-0A97-4FDC-B102-F4BBE4BB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EFE35-687D-4BB8-A140-2390DE32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54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24282-0088-44B9-B81C-51116282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841F3-CB2A-4A5C-8B77-77ECDB7A1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9F6BE-7B2C-4B77-ACFE-1827A2180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246D9-AB4A-4869-BDAE-20AFA35C3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92AA6-0220-4CC6-B435-32C0B4C72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37EAE-BCCC-42EC-8F14-22EDAB3F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6CD0E-1A90-4F10-AB5B-DA57C3EA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FB11E-295C-424E-B19C-7614A7BA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3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3840-532E-499D-85EC-2100D96E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8B304-49F3-44D9-A5E8-FB10FCBE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A25E7-8305-44BB-8D0F-D0E5C989F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8F08B-B060-4988-A6F3-A1FD5317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8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8F465-1861-4CCE-8CFC-0C0A1ECC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016C2-5A78-4781-A94B-7220446E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651C6-B326-4438-88A8-E024E664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1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2A24-3104-4632-B67E-1D7C85C4B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9A25B-FB76-4DCA-9EC8-029EDF6F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FDB1B-FE78-4ADF-8797-8216DB935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CA732-4357-4619-A813-066A05BC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58FDE-C5D3-4E28-8CF1-2EC20303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D410E-CD26-4436-AF44-CBD66847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3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D53BC-9874-40E1-ACDA-43F95BD0D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76088-9096-4089-9884-CF27DEEFD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73BAA-8346-473A-A429-17D7DF29D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2C479-A54D-4029-80BF-43B746FC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845D6-1ACC-4593-AF7D-AF68F2B1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67AFE-662A-4DE2-9C43-8F5E7B31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5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3037-785C-46A6-8773-64EF165D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000F4-D184-440E-B666-0841D6E32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6583C-F41C-464F-B40C-D3571F82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347B2-B7BE-431C-A21C-74BE8AD93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3CBBD-1D75-431B-9717-786F76D6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1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03D766-40D7-4BD8-A56C-323D02057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B03A8-DA5D-4384-9B79-0B13FB297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42227-0295-4323-A22E-2CCF7107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56DCF-28AF-441F-87A4-61F18C25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C622B-A834-4CA5-B654-7B2BBF10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83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529EC6-D67C-4936-A4C4-D5D68F283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D4302-1F07-4603-BDFB-AC8C4DF4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884C-C131-47D2-93A6-D36613923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55360-E16E-4981-A742-36CB68DABEC9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A83B0-29BB-4750-BC96-A18E1C148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A950C-E82D-4E66-98D3-914684A14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0E712-B784-46ED-BEE3-265CEFD46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6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BF6D-49F5-4AC7-BEA3-889F288E65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3EDBD-990C-4564-9F64-6EBCDBE0EB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0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68E38D7-8FB0-46C9-A162-7F39087CDFE0}"/>
              </a:ext>
            </a:extLst>
          </p:cNvPr>
          <p:cNvSpPr txBox="1"/>
          <p:nvPr/>
        </p:nvSpPr>
        <p:spPr>
          <a:xfrm>
            <a:off x="201637" y="1157104"/>
            <a:ext cx="11990364" cy="55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0" i="0">
                <a:effectLst/>
                <a:latin typeface="Arial Black" panose="020B0A04020102020204" pitchFamily="34" charset="0"/>
              </a:rPr>
              <a:t>AWS WAF is a web application firewall that helps protect your web applications against common web exploits that may affect availability, compromise security, or consume excessive resources.</a:t>
            </a:r>
          </a:p>
          <a:p>
            <a:pPr>
              <a:lnSpc>
                <a:spcPct val="150000"/>
              </a:lnSpc>
            </a:pPr>
            <a:endParaRPr lang="en-US" sz="100" b="0" i="0">
              <a:effectLst/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endParaRPr lang="en-US" sz="20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600" b="0" i="0">
                <a:effectLst/>
                <a:latin typeface="Arial Black" panose="020B0A04020102020204" pitchFamily="34" charset="0"/>
              </a:rPr>
              <a:t>AWS WAF gives you control over how traffic reaches your applications by enabling you to create security rules that block common attack patterns, such as SQL injection or cross-site scripting, and rules that filter out specific traffic patterns you define.</a:t>
            </a:r>
            <a:endParaRPr lang="en-US" sz="260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0ED07-603D-435E-9F58-F43FF30EDCB0}"/>
              </a:ext>
            </a:extLst>
          </p:cNvPr>
          <p:cNvSpPr txBox="1"/>
          <p:nvPr/>
        </p:nvSpPr>
        <p:spPr>
          <a:xfrm>
            <a:off x="4309403" y="295421"/>
            <a:ext cx="3573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>
                <a:solidFill>
                  <a:srgbClr val="FFFF00"/>
                </a:solidFill>
                <a:latin typeface="Berlin Sans FB Demi" panose="020E0802020502020306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0478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Offiong</dc:creator>
  <cp:lastModifiedBy>John Offiong</cp:lastModifiedBy>
  <cp:revision>1</cp:revision>
  <dcterms:created xsi:type="dcterms:W3CDTF">2021-01-03T13:55:20Z</dcterms:created>
  <dcterms:modified xsi:type="dcterms:W3CDTF">2021-01-03T14:01:42Z</dcterms:modified>
</cp:coreProperties>
</file>